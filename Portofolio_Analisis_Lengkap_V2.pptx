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29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83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58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589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8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5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4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38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098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57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1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787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72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End-to-End HR Data Analytics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Dari </a:t>
            </a:r>
            <a:r>
              <a:rPr dirty="0" err="1"/>
              <a:t>Pembersihan</a:t>
            </a:r>
            <a:r>
              <a:rPr dirty="0"/>
              <a:t> Data </a:t>
            </a:r>
            <a:r>
              <a:rPr dirty="0" err="1"/>
              <a:t>hingga</a:t>
            </a:r>
            <a:r>
              <a:rPr dirty="0"/>
              <a:t> </a:t>
            </a:r>
            <a:r>
              <a:rPr dirty="0" err="1"/>
              <a:t>Rekomendasi</a:t>
            </a:r>
            <a:r>
              <a:rPr dirty="0"/>
              <a:t> </a:t>
            </a:r>
            <a:r>
              <a:rPr dirty="0" err="1"/>
              <a:t>Strategis</a:t>
            </a:r>
            <a:endParaRPr dirty="0"/>
          </a:p>
          <a:p>
            <a:r>
              <a:rPr dirty="0" err="1"/>
              <a:t>Disusun</a:t>
            </a:r>
            <a:r>
              <a:rPr dirty="0"/>
              <a:t> Oleh: Irsyamsuandi Wildani Firdauz</a:t>
            </a:r>
            <a:r>
              <a:rPr lang="en-US" dirty="0"/>
              <a:t> , SE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Langkah 1: Data Cleaning &amp; Quality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Proses Penyiapan Data:</a:t>
            </a:r>
          </a:p>
          <a:p>
            <a:pPr lvl="1"/>
            <a:r>
              <a:t>• Identifikasi Missing Values menggunakan Heatmap visual.</a:t>
            </a:r>
          </a:p>
          <a:p>
            <a:pPr lvl="1"/>
            <a:r>
              <a:t>• Deteksi Outlier pada Monthly Income menggunakan Boxplot.</a:t>
            </a:r>
          </a:p>
          <a:p>
            <a:pPr lvl="1"/>
            <a:r>
              <a:t>• Imputasi nilai median untuk menjaga integritas distribusi data.</a:t>
            </a:r>
          </a:p>
        </p:txBody>
      </p:sp>
      <p:pic>
        <p:nvPicPr>
          <p:cNvPr id="4" name="Picture 3" descr="00_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657600"/>
            <a:ext cx="320040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Langkah 2: Identifikasi Departemen Berisiko</a:t>
            </a:r>
          </a:p>
        </p:txBody>
      </p:sp>
      <p:pic>
        <p:nvPicPr>
          <p:cNvPr id="3" name="Picture 2" descr="01_attrition_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Langkah 3: Uji Korelasi Antar Faktor</a:t>
            </a:r>
          </a:p>
        </p:txBody>
      </p:sp>
      <p:pic>
        <p:nvPicPr>
          <p:cNvPr id="3" name="Picture 2" descr="02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853755"/>
            <a:ext cx="6217919" cy="41452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 &amp; Rekomendasi Akhir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0" y="1398504"/>
            <a:ext cx="6571343" cy="3450613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r>
              <a:rPr dirty="0" err="1"/>
              <a:t>Berdasarkan</a:t>
            </a:r>
            <a:r>
              <a:rPr dirty="0"/>
              <a:t> </a:t>
            </a:r>
            <a:r>
              <a:rPr dirty="0" err="1"/>
              <a:t>analisis</a:t>
            </a:r>
            <a:r>
              <a:rPr dirty="0"/>
              <a:t> data, </a:t>
            </a:r>
            <a:r>
              <a:rPr dirty="0" err="1"/>
              <a:t>berikut</a:t>
            </a:r>
            <a:r>
              <a:rPr dirty="0"/>
              <a:t> </a:t>
            </a:r>
            <a:r>
              <a:rPr dirty="0" err="1"/>
              <a:t>rekomendasi</a:t>
            </a:r>
            <a:r>
              <a:rPr dirty="0"/>
              <a:t> </a:t>
            </a:r>
            <a:r>
              <a:rPr dirty="0" err="1"/>
              <a:t>strategis</a:t>
            </a:r>
            <a:r>
              <a:rPr dirty="0"/>
              <a:t>:</a:t>
            </a:r>
          </a:p>
          <a:p>
            <a:pPr lvl="1"/>
            <a:r>
              <a:rPr dirty="0"/>
              <a:t>• </a:t>
            </a:r>
            <a:r>
              <a:rPr dirty="0" err="1"/>
              <a:t>Intervensi</a:t>
            </a:r>
            <a:r>
              <a:rPr dirty="0"/>
              <a:t> Teknis: </a:t>
            </a:r>
            <a:r>
              <a:rPr dirty="0" err="1"/>
              <a:t>Segera</a:t>
            </a:r>
            <a:r>
              <a:rPr dirty="0"/>
              <a:t> </a:t>
            </a:r>
            <a:r>
              <a:rPr dirty="0" err="1"/>
              <a:t>lakukan</a:t>
            </a:r>
            <a:r>
              <a:rPr dirty="0"/>
              <a:t> </a:t>
            </a:r>
            <a:r>
              <a:rPr dirty="0" err="1"/>
              <a:t>evaluasi</a:t>
            </a:r>
            <a:r>
              <a:rPr dirty="0"/>
              <a:t> pada </a:t>
            </a:r>
            <a:r>
              <a:rPr dirty="0" err="1"/>
              <a:t>peran</a:t>
            </a:r>
            <a:r>
              <a:rPr dirty="0"/>
              <a:t> Data Scientist &amp; Software Engineer (</a:t>
            </a:r>
            <a:r>
              <a:rPr dirty="0" err="1"/>
              <a:t>Risiko</a:t>
            </a:r>
            <a:r>
              <a:rPr dirty="0"/>
              <a:t> &gt;60%).</a:t>
            </a:r>
          </a:p>
          <a:p>
            <a:pPr lvl="1"/>
            <a:r>
              <a:rPr dirty="0"/>
              <a:t>• </a:t>
            </a:r>
            <a:r>
              <a:rPr dirty="0" err="1"/>
              <a:t>Keseimbangan</a:t>
            </a:r>
            <a:r>
              <a:rPr dirty="0"/>
              <a:t> </a:t>
            </a:r>
            <a:r>
              <a:rPr dirty="0" err="1"/>
              <a:t>Kerja</a:t>
            </a:r>
            <a:r>
              <a:rPr dirty="0"/>
              <a:t>: </a:t>
            </a:r>
            <a:r>
              <a:rPr dirty="0" err="1"/>
              <a:t>Terdapat</a:t>
            </a:r>
            <a:r>
              <a:rPr dirty="0"/>
              <a:t> </a:t>
            </a:r>
            <a:r>
              <a:rPr dirty="0" err="1"/>
              <a:t>korelasi</a:t>
            </a:r>
            <a:r>
              <a:rPr dirty="0"/>
              <a:t> </a:t>
            </a:r>
            <a:r>
              <a:rPr dirty="0" err="1"/>
              <a:t>kuat</a:t>
            </a:r>
            <a:r>
              <a:rPr dirty="0"/>
              <a:t> </a:t>
            </a:r>
            <a:r>
              <a:rPr dirty="0" err="1"/>
              <a:t>antara</a:t>
            </a:r>
            <a:r>
              <a:rPr dirty="0"/>
              <a:t> jam </a:t>
            </a:r>
            <a:r>
              <a:rPr dirty="0" err="1"/>
              <a:t>kerja</a:t>
            </a:r>
            <a:r>
              <a:rPr dirty="0"/>
              <a:t> </a:t>
            </a:r>
            <a:r>
              <a:rPr dirty="0" err="1"/>
              <a:t>tinggi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atrisi</a:t>
            </a:r>
            <a:r>
              <a:rPr dirty="0"/>
              <a:t>; </a:t>
            </a:r>
            <a:r>
              <a:rPr dirty="0" err="1"/>
              <a:t>implementasikan</a:t>
            </a:r>
            <a:r>
              <a:rPr dirty="0"/>
              <a:t> </a:t>
            </a:r>
            <a:r>
              <a:rPr dirty="0" err="1"/>
              <a:t>batas</a:t>
            </a:r>
            <a:r>
              <a:rPr dirty="0"/>
              <a:t> </a:t>
            </a:r>
            <a:r>
              <a:rPr dirty="0" err="1"/>
              <a:t>lembur</a:t>
            </a:r>
            <a:r>
              <a:rPr dirty="0"/>
              <a:t>.</a:t>
            </a:r>
          </a:p>
          <a:p>
            <a:pPr lvl="1"/>
            <a:r>
              <a:rPr dirty="0"/>
              <a:t>• Jalur </a:t>
            </a:r>
            <a:r>
              <a:rPr dirty="0" err="1"/>
              <a:t>Promosi</a:t>
            </a:r>
            <a:r>
              <a:rPr dirty="0"/>
              <a:t>: </a:t>
            </a:r>
            <a:r>
              <a:rPr dirty="0" err="1"/>
              <a:t>Tinjau</a:t>
            </a:r>
            <a:r>
              <a:rPr dirty="0"/>
              <a:t> </a:t>
            </a:r>
            <a:r>
              <a:rPr dirty="0" err="1"/>
              <a:t>kebijakan</a:t>
            </a:r>
            <a:r>
              <a:rPr dirty="0"/>
              <a:t> </a:t>
            </a:r>
            <a:r>
              <a:rPr dirty="0" err="1"/>
              <a:t>promosi</a:t>
            </a:r>
            <a:r>
              <a:rPr dirty="0"/>
              <a:t> </a:t>
            </a:r>
            <a:r>
              <a:rPr dirty="0" err="1"/>
              <a:t>bagi</a:t>
            </a:r>
            <a:r>
              <a:rPr dirty="0"/>
              <a:t> </a:t>
            </a:r>
            <a:r>
              <a:rPr dirty="0" err="1"/>
              <a:t>karyawan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masa </a:t>
            </a:r>
            <a:r>
              <a:rPr dirty="0" err="1"/>
              <a:t>kerja</a:t>
            </a:r>
            <a:r>
              <a:rPr dirty="0"/>
              <a:t> 3-5 </a:t>
            </a:r>
            <a:r>
              <a:rPr dirty="0" err="1"/>
              <a:t>tahun</a:t>
            </a:r>
            <a:r>
              <a:rPr dirty="0"/>
              <a:t> yang </a:t>
            </a:r>
            <a:r>
              <a:rPr dirty="0" err="1"/>
              <a:t>stagnan</a:t>
            </a:r>
            <a:r>
              <a:rPr dirty="0"/>
              <a:t>.</a:t>
            </a:r>
          </a:p>
          <a:p>
            <a:pPr lvl="1"/>
            <a:r>
              <a:rPr dirty="0"/>
              <a:t>• </a:t>
            </a:r>
            <a:r>
              <a:rPr dirty="0" err="1"/>
              <a:t>Evaluasi</a:t>
            </a:r>
            <a:r>
              <a:rPr dirty="0"/>
              <a:t> GA: </a:t>
            </a:r>
            <a:r>
              <a:rPr dirty="0" err="1"/>
              <a:t>Tawarkan</a:t>
            </a:r>
            <a:r>
              <a:rPr dirty="0"/>
              <a:t> </a:t>
            </a:r>
            <a:r>
              <a:rPr dirty="0" err="1"/>
              <a:t>subsidi</a:t>
            </a:r>
            <a:r>
              <a:rPr dirty="0"/>
              <a:t> </a:t>
            </a:r>
            <a:r>
              <a:rPr dirty="0" err="1"/>
              <a:t>transportasi</a:t>
            </a:r>
            <a:r>
              <a:rPr dirty="0"/>
              <a:t> </a:t>
            </a:r>
            <a:r>
              <a:rPr dirty="0" err="1"/>
              <a:t>atau</a:t>
            </a:r>
            <a:r>
              <a:rPr dirty="0"/>
              <a:t> remote working </a:t>
            </a:r>
            <a:r>
              <a:rPr dirty="0" err="1"/>
              <a:t>bagi</a:t>
            </a:r>
            <a:r>
              <a:rPr dirty="0"/>
              <a:t> </a:t>
            </a:r>
            <a:r>
              <a:rPr dirty="0" err="1"/>
              <a:t>karyawan</a:t>
            </a:r>
            <a:r>
              <a:rPr dirty="0"/>
              <a:t> </a:t>
            </a:r>
            <a:r>
              <a:rPr dirty="0" err="1"/>
              <a:t>berjarak</a:t>
            </a:r>
            <a:r>
              <a:rPr dirty="0"/>
              <a:t> </a:t>
            </a:r>
            <a:r>
              <a:rPr dirty="0" err="1"/>
              <a:t>rumah</a:t>
            </a:r>
            <a:r>
              <a:rPr dirty="0"/>
              <a:t> </a:t>
            </a:r>
            <a:r>
              <a:rPr dirty="0" err="1"/>
              <a:t>jauh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153</Words>
  <Application>Microsoft Office PowerPoint</Application>
  <PresentationFormat>On-screen Show (4:3)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Gallery</vt:lpstr>
      <vt:lpstr>End-to-End HR Data Analytics Portfolio</vt:lpstr>
      <vt:lpstr>Langkah 1: Data Cleaning &amp; Quality Testing</vt:lpstr>
      <vt:lpstr>Langkah 2: Identifikasi Departemen Berisiko</vt:lpstr>
      <vt:lpstr>Langkah 3: Uji Korelasi Antar Faktor</vt:lpstr>
      <vt:lpstr>Strategi &amp; Rekomendasi Akhir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HR Data Analytics Portfolio</dc:title>
  <dc:subject/>
  <dc:creator/>
  <cp:keywords/>
  <dc:description>generated using python-pptx</dc:description>
  <cp:lastModifiedBy>Irsyamsuandi wildani firdauz</cp:lastModifiedBy>
  <cp:revision>2</cp:revision>
  <dcterms:created xsi:type="dcterms:W3CDTF">2013-01-27T09:14:16Z</dcterms:created>
  <dcterms:modified xsi:type="dcterms:W3CDTF">2026-04-22T07:07:45Z</dcterms:modified>
  <cp:category/>
</cp:coreProperties>
</file>